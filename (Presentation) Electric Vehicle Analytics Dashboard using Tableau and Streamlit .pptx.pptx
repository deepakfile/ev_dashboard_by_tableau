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F86F09-7E19-4195-AC54-CC6A725FB5F3}" v="5" dt="2026-03-05T17:35:20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nsha Shukla" userId="4065e84a63b37609" providerId="LiveId" clId="{8045D6F4-9139-4C11-B233-3EEE879C2234}"/>
    <pc:docChg chg="undo custSel addSld modSld">
      <pc:chgData name="Akansha Shukla" userId="4065e84a63b37609" providerId="LiveId" clId="{8045D6F4-9139-4C11-B233-3EEE879C2234}" dt="2026-03-05T17:37:54.462" v="360" actId="1076"/>
      <pc:docMkLst>
        <pc:docMk/>
      </pc:docMkLst>
      <pc:sldChg chg="addSp delSp modSp mod">
        <pc:chgData name="Akansha Shukla" userId="4065e84a63b37609" providerId="LiveId" clId="{8045D6F4-9139-4C11-B233-3EEE879C2234}" dt="2026-03-05T02:57:14.469" v="6" actId="14100"/>
        <pc:sldMkLst>
          <pc:docMk/>
          <pc:sldMk cId="4286487705" sldId="264"/>
        </pc:sldMkLst>
        <pc:spChg chg="del">
          <ac:chgData name="Akansha Shukla" userId="4065e84a63b37609" providerId="LiveId" clId="{8045D6F4-9139-4C11-B233-3EEE879C2234}" dt="2026-03-05T02:56:49.895" v="1"/>
          <ac:spMkLst>
            <pc:docMk/>
            <pc:sldMk cId="4286487705" sldId="264"/>
            <ac:spMk id="3" creationId="{A681DD32-B1E1-15EF-CCCD-44193D7CC512}"/>
          </ac:spMkLst>
        </pc:spChg>
        <pc:picChg chg="add mod ord">
          <ac:chgData name="Akansha Shukla" userId="4065e84a63b37609" providerId="LiveId" clId="{8045D6F4-9139-4C11-B233-3EEE879C2234}" dt="2026-03-05T02:57:14.469" v="6" actId="14100"/>
          <ac:picMkLst>
            <pc:docMk/>
            <pc:sldMk cId="4286487705" sldId="264"/>
            <ac:picMk id="5" creationId="{805E841B-01D9-75CE-EBC7-9549566B52E7}"/>
          </ac:picMkLst>
        </pc:picChg>
      </pc:sldChg>
      <pc:sldChg chg="addSp delSp modSp mod">
        <pc:chgData name="Akansha Shukla" userId="4065e84a63b37609" providerId="LiveId" clId="{8045D6F4-9139-4C11-B233-3EEE879C2234}" dt="2026-03-05T17:16:44.764" v="57" actId="14100"/>
        <pc:sldMkLst>
          <pc:docMk/>
          <pc:sldMk cId="2318068229" sldId="265"/>
        </pc:sldMkLst>
        <pc:spChg chg="del">
          <ac:chgData name="Akansha Shukla" userId="4065e84a63b37609" providerId="LiveId" clId="{8045D6F4-9139-4C11-B233-3EEE879C2234}" dt="2026-03-05T17:16:25.190" v="53"/>
          <ac:spMkLst>
            <pc:docMk/>
            <pc:sldMk cId="2318068229" sldId="265"/>
            <ac:spMk id="3" creationId="{197458FF-6BE3-2979-0BD5-68DA587121B7}"/>
          </ac:spMkLst>
        </pc:spChg>
        <pc:picChg chg="add mod ord">
          <ac:chgData name="Akansha Shukla" userId="4065e84a63b37609" providerId="LiveId" clId="{8045D6F4-9139-4C11-B233-3EEE879C2234}" dt="2026-03-05T17:16:44.764" v="57" actId="14100"/>
          <ac:picMkLst>
            <pc:docMk/>
            <pc:sldMk cId="2318068229" sldId="265"/>
            <ac:picMk id="5" creationId="{4717789C-4DB7-8006-A198-2792A2B9CDAE}"/>
          </ac:picMkLst>
        </pc:picChg>
      </pc:sldChg>
      <pc:sldChg chg="addSp delSp modSp mod">
        <pc:chgData name="Akansha Shukla" userId="4065e84a63b37609" providerId="LiveId" clId="{8045D6F4-9139-4C11-B233-3EEE879C2234}" dt="2026-03-05T17:17:19.054" v="63" actId="14100"/>
        <pc:sldMkLst>
          <pc:docMk/>
          <pc:sldMk cId="915705888" sldId="266"/>
        </pc:sldMkLst>
        <pc:spChg chg="del">
          <ac:chgData name="Akansha Shukla" userId="4065e84a63b37609" providerId="LiveId" clId="{8045D6F4-9139-4C11-B233-3EEE879C2234}" dt="2026-03-05T17:16:58.576" v="59"/>
          <ac:spMkLst>
            <pc:docMk/>
            <pc:sldMk cId="915705888" sldId="266"/>
            <ac:spMk id="3" creationId="{96B90ACD-4DAA-4F38-8BA3-0069FF26DF31}"/>
          </ac:spMkLst>
        </pc:spChg>
        <pc:picChg chg="add mod ord">
          <ac:chgData name="Akansha Shukla" userId="4065e84a63b37609" providerId="LiveId" clId="{8045D6F4-9139-4C11-B233-3EEE879C2234}" dt="2026-03-05T17:17:19.054" v="63" actId="14100"/>
          <ac:picMkLst>
            <pc:docMk/>
            <pc:sldMk cId="915705888" sldId="266"/>
            <ac:picMk id="5" creationId="{FD6CC5E7-EA21-F389-185E-A8611DECFAB6}"/>
          </ac:picMkLst>
        </pc:picChg>
      </pc:sldChg>
      <pc:sldChg chg="addSp modSp new mod">
        <pc:chgData name="Akansha Shukla" userId="4065e84a63b37609" providerId="LiveId" clId="{8045D6F4-9139-4C11-B233-3EEE879C2234}" dt="2026-03-05T02:58:04.598" v="13" actId="14100"/>
        <pc:sldMkLst>
          <pc:docMk/>
          <pc:sldMk cId="3560622014" sldId="267"/>
        </pc:sldMkLst>
        <pc:picChg chg="add mod">
          <ac:chgData name="Akansha Shukla" userId="4065e84a63b37609" providerId="LiveId" clId="{8045D6F4-9139-4C11-B233-3EEE879C2234}" dt="2026-03-05T02:58:04.598" v="13" actId="14100"/>
          <ac:picMkLst>
            <pc:docMk/>
            <pc:sldMk cId="3560622014" sldId="267"/>
            <ac:picMk id="5" creationId="{09EB8CB2-4FAB-8CAA-033B-9404927AA3BE}"/>
          </ac:picMkLst>
        </pc:picChg>
      </pc:sldChg>
      <pc:sldChg chg="addSp delSp modSp new mod">
        <pc:chgData name="Akansha Shukla" userId="4065e84a63b37609" providerId="LiveId" clId="{8045D6F4-9139-4C11-B233-3EEE879C2234}" dt="2026-03-05T17:27:49.396" v="112"/>
        <pc:sldMkLst>
          <pc:docMk/>
          <pc:sldMk cId="653426424" sldId="268"/>
        </pc:sldMkLst>
        <pc:spChg chg="del">
          <ac:chgData name="Akansha Shukla" userId="4065e84a63b37609" providerId="LiveId" clId="{8045D6F4-9139-4C11-B233-3EEE879C2234}" dt="2026-03-05T02:58:32.758" v="16"/>
          <ac:spMkLst>
            <pc:docMk/>
            <pc:sldMk cId="653426424" sldId="268"/>
            <ac:spMk id="3" creationId="{784D3D22-4C27-8DB4-C8DD-5AF9629A027A}"/>
          </ac:spMkLst>
        </pc:spChg>
        <pc:spChg chg="add del mod">
          <ac:chgData name="Akansha Shukla" userId="4065e84a63b37609" providerId="LiveId" clId="{8045D6F4-9139-4C11-B233-3EEE879C2234}" dt="2026-03-05T17:23:28.611" v="81" actId="21"/>
          <ac:spMkLst>
            <pc:docMk/>
            <pc:sldMk cId="653426424" sldId="268"/>
            <ac:spMk id="6" creationId="{A4C5CE26-E437-16A9-F211-50A28A4AA74A}"/>
          </ac:spMkLst>
        </pc:spChg>
        <pc:spChg chg="add del mod">
          <ac:chgData name="Akansha Shukla" userId="4065e84a63b37609" providerId="LiveId" clId="{8045D6F4-9139-4C11-B233-3EEE879C2234}" dt="2026-03-05T17:27:49.396" v="112"/>
          <ac:spMkLst>
            <pc:docMk/>
            <pc:sldMk cId="653426424" sldId="268"/>
            <ac:spMk id="7" creationId="{D2F57042-A7B9-1A23-3473-31B8769A2D3C}"/>
          </ac:spMkLst>
        </pc:spChg>
        <pc:spChg chg="add mod">
          <ac:chgData name="Akansha Shukla" userId="4065e84a63b37609" providerId="LiveId" clId="{8045D6F4-9139-4C11-B233-3EEE879C2234}" dt="2026-03-05T17:27:46.441" v="110" actId="20577"/>
          <ac:spMkLst>
            <pc:docMk/>
            <pc:sldMk cId="653426424" sldId="268"/>
            <ac:spMk id="8" creationId="{CEB04993-B318-E25A-23B8-1A4BF8D74FF2}"/>
          </ac:spMkLst>
        </pc:spChg>
        <pc:picChg chg="add mod">
          <ac:chgData name="Akansha Shukla" userId="4065e84a63b37609" providerId="LiveId" clId="{8045D6F4-9139-4C11-B233-3EEE879C2234}" dt="2026-03-05T17:26:34.549" v="104" actId="1076"/>
          <ac:picMkLst>
            <pc:docMk/>
            <pc:sldMk cId="653426424" sldId="268"/>
            <ac:picMk id="4" creationId="{714713AF-1081-458F-96C6-C88C11CA228F}"/>
          </ac:picMkLst>
        </pc:picChg>
        <pc:picChg chg="add mod ord">
          <ac:chgData name="Akansha Shukla" userId="4065e84a63b37609" providerId="LiveId" clId="{8045D6F4-9139-4C11-B233-3EEE879C2234}" dt="2026-03-05T17:26:47.041" v="105" actId="1076"/>
          <ac:picMkLst>
            <pc:docMk/>
            <pc:sldMk cId="653426424" sldId="268"/>
            <ac:picMk id="5" creationId="{9D7146D8-F9D9-3A15-CF70-69F259A5DF8E}"/>
          </ac:picMkLst>
        </pc:picChg>
      </pc:sldChg>
      <pc:sldChg chg="addSp delSp modSp new mod">
        <pc:chgData name="Akansha Shukla" userId="4065e84a63b37609" providerId="LiveId" clId="{8045D6F4-9139-4C11-B233-3EEE879C2234}" dt="2026-03-05T17:18:06.175" v="70" actId="14100"/>
        <pc:sldMkLst>
          <pc:docMk/>
          <pc:sldMk cId="3301062804" sldId="269"/>
        </pc:sldMkLst>
        <pc:spChg chg="del">
          <ac:chgData name="Akansha Shukla" userId="4065e84a63b37609" providerId="LiveId" clId="{8045D6F4-9139-4C11-B233-3EEE879C2234}" dt="2026-03-05T17:17:50.600" v="66"/>
          <ac:spMkLst>
            <pc:docMk/>
            <pc:sldMk cId="3301062804" sldId="269"/>
            <ac:spMk id="3" creationId="{E98365B1-F6A9-C84D-2E22-D9EEBE4ABD94}"/>
          </ac:spMkLst>
        </pc:spChg>
        <pc:picChg chg="add mod ord">
          <ac:chgData name="Akansha Shukla" userId="4065e84a63b37609" providerId="LiveId" clId="{8045D6F4-9139-4C11-B233-3EEE879C2234}" dt="2026-03-05T17:18:06.175" v="70" actId="14100"/>
          <ac:picMkLst>
            <pc:docMk/>
            <pc:sldMk cId="3301062804" sldId="269"/>
            <ac:picMk id="5" creationId="{0DE157B9-950B-5630-3F8D-AEB9A7C10D00}"/>
          </ac:picMkLst>
        </pc:picChg>
      </pc:sldChg>
      <pc:sldChg chg="addSp delSp modSp new mod">
        <pc:chgData name="Akansha Shukla" userId="4065e84a63b37609" providerId="LiveId" clId="{8045D6F4-9139-4C11-B233-3EEE879C2234}" dt="2026-03-05T17:37:54.462" v="360" actId="1076"/>
        <pc:sldMkLst>
          <pc:docMk/>
          <pc:sldMk cId="3830215946" sldId="270"/>
        </pc:sldMkLst>
        <pc:spChg chg="del">
          <ac:chgData name="Akansha Shukla" userId="4065e84a63b37609" providerId="LiveId" clId="{8045D6F4-9139-4C11-B233-3EEE879C2234}" dt="2026-03-05T17:22:04.611" v="73"/>
          <ac:spMkLst>
            <pc:docMk/>
            <pc:sldMk cId="3830215946" sldId="270"/>
            <ac:spMk id="3" creationId="{663704AD-FEDA-13F2-D855-403219086E8A}"/>
          </ac:spMkLst>
        </pc:spChg>
        <pc:spChg chg="add mod">
          <ac:chgData name="Akansha Shukla" userId="4065e84a63b37609" providerId="LiveId" clId="{8045D6F4-9139-4C11-B233-3EEE879C2234}" dt="2026-03-05T17:37:54.462" v="360" actId="1076"/>
          <ac:spMkLst>
            <pc:docMk/>
            <pc:sldMk cId="3830215946" sldId="270"/>
            <ac:spMk id="6" creationId="{C54CF564-A57D-3FC9-E372-77B09A525FB1}"/>
          </ac:spMkLst>
        </pc:spChg>
        <pc:picChg chg="add mod ord">
          <ac:chgData name="Akansha Shukla" userId="4065e84a63b37609" providerId="LiveId" clId="{8045D6F4-9139-4C11-B233-3EEE879C2234}" dt="2026-03-05T17:23:15.447" v="80" actId="14100"/>
          <ac:picMkLst>
            <pc:docMk/>
            <pc:sldMk cId="3830215946" sldId="270"/>
            <ac:picMk id="5" creationId="{321200ED-5459-7CF5-26A0-0DB93B59C4C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5D50-A8A6-A4BC-D079-9243F3DEA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97A5D-E6FD-A1AB-F288-058B4300A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70519-B166-47DA-DD80-954766E7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0F8C7-CF1E-2720-4EE5-BCF08CA6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ED8D0-DD0F-AC8E-922E-399C7C51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247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A4DB-461A-B9A5-ECDE-D3C13B21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BB0D5-30E6-1457-D52F-B204EDAAB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F0978-449A-82E8-D334-6868202C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ED3A0-C4F6-0E0E-562D-8B17894CD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F1134-8337-2004-DCFC-80A32243E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86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A4AD-D18E-47C2-60B0-358C19428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C1FC1-E0B1-F32F-FB5F-14D77A143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E8866-027B-FF8D-20E2-7ED1E1A2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9466A-7BC4-C95B-062E-77FE367B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6669-FE83-75C7-E783-59847399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00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38B03-994D-6492-BFFF-FE334D32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E82DF-830D-C07E-5863-AAA13FF02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2EC68-D804-1BF3-1784-219256AB3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E820C-E00B-71DD-1BB6-77010C812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ED502-31ED-16A9-19FF-EF58B48E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7C111-ED08-1B5D-3216-54D23CEF2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60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B845-73AA-1498-1B03-366CFECEA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A1908-E5A5-9152-1B5F-0E9929623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01220-6446-90ED-3FD7-3F0D6D3CB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486B7-5D10-99DC-0D7D-F2F6FF0782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90C942-5017-2BEA-B59A-582101A93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96AA57-AA46-D6C0-3E90-56C1988DE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703F36-6968-4D9E-2F42-E8CD97D31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53AE3A-4842-4E17-25F1-EE86253F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060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0793-AD79-FD2E-389A-245F03B98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13F8DD-2E6E-0E74-B33C-AEC12797F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1B049-B6B5-C398-D56D-5BBE4BFF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B4E58-6B64-ABB2-229C-09850B05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704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937CB7-8131-E92B-E80B-E1D5CA13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0C77E4-50B8-DFA4-8273-E7C68B37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02B4A-D7B4-40A0-7BE3-AF76FBB4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41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A451D-0A1E-055E-139E-47CD5212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776B7-2DCC-EDDB-5BBC-929ECF17B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492A6-579E-4B40-9EC6-E036BBE4D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B449B-C370-B473-8196-B4D08B057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D34B9-0D86-9637-3822-D9882F22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3EB51-2B93-598D-88FC-5CFB5F54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38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60518-F5C6-2C56-5EE4-FC6B8A47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83327B-8BA4-7FF9-319D-65E8FFC255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05BCA-162E-6A2E-DC24-789987340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4C0AC-2F36-4DC0-DB91-9EE2A699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7B108-C2DD-FA21-8BA4-3F7AD38ED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06989-06A8-3FCC-EBFD-D1B29FDDD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53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15DB6-54B3-F7E5-8ED5-028628B47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0AD188-83D0-FF6E-6BB5-5FA50C200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38637-022F-F670-A893-D4651FEA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27B97-B804-7480-1412-1FC2B1C3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4023D-87DD-2261-F704-E3952A1A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004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D55881-F69C-9572-A6B7-64DFDD17F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43A9BE-831F-A95D-674A-480CE3173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6EAD1-1B2F-DD88-0AAE-425931B45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FC1A6-A7F8-DE36-6ABD-5814D25F9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EBB49-F227-98A6-09FB-BB639F382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50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70DE2-0BF5-0D31-FD37-B9246D20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60FBD-BC0D-09E1-06D4-E6AE316B6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58D1-2E82-18BC-41BF-AF42EAB53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5F713-FEF5-487E-BDFA-EDE2590C161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5233A-E286-6806-0637-CCE7F4A3E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AA876-C24A-D848-0A35-3E1A56BD9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6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1A552-6692-6133-8148-7A510D1161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B9397-6955-F508-89D4-839CE393BF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C7E751-CC22-65BD-59BC-19FA8B97C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16"/>
            <a:ext cx="12192000" cy="689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46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76F3F-B0EC-55B3-8A63-704838AC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1200ED-5459-7CF5-26A0-0DB93B59C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267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4CF564-A57D-3FC9-E372-77B09A525FB1}"/>
              </a:ext>
            </a:extLst>
          </p:cNvPr>
          <p:cNvSpPr txBox="1"/>
          <p:nvPr/>
        </p:nvSpPr>
        <p:spPr>
          <a:xfrm>
            <a:off x="327660" y="365125"/>
            <a:ext cx="1093470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Team Members</a:t>
            </a:r>
          </a:p>
          <a:p>
            <a:r>
              <a:rPr lang="en-IN" dirty="0"/>
              <a:t>   </a:t>
            </a:r>
          </a:p>
          <a:p>
            <a:r>
              <a:rPr lang="en-IN" sz="4000" dirty="0"/>
              <a:t>1.Raksha Agrawal (0103IS231147)</a:t>
            </a:r>
          </a:p>
          <a:p>
            <a:endParaRPr lang="en-IN" sz="4000" dirty="0"/>
          </a:p>
          <a:p>
            <a:r>
              <a:rPr lang="en-IN" sz="4000" dirty="0"/>
              <a:t>2.Deepak </a:t>
            </a:r>
            <a:r>
              <a:rPr lang="en-IN" sz="4000" dirty="0" err="1"/>
              <a:t>Avachitkar</a:t>
            </a:r>
            <a:r>
              <a:rPr lang="en-IN" sz="4000" dirty="0"/>
              <a:t> (0176CD231054)</a:t>
            </a:r>
          </a:p>
          <a:p>
            <a:endParaRPr lang="en-IN" sz="4000" dirty="0"/>
          </a:p>
          <a:p>
            <a:r>
              <a:rPr lang="en-IN" sz="4000" dirty="0"/>
              <a:t>3.Akansha Shukla (0176CD231019)</a:t>
            </a:r>
          </a:p>
          <a:p>
            <a:endParaRPr lang="en-IN" sz="4000" dirty="0"/>
          </a:p>
          <a:p>
            <a:r>
              <a:rPr lang="en-IN" sz="4000" dirty="0"/>
              <a:t>4.</a:t>
            </a:r>
            <a:r>
              <a:rPr lang="en-IN" sz="4000"/>
              <a:t>Anushri Tiwari (0157CY231023)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830215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5727-1D18-2B51-C0B4-1C6DBF95B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3A52D7-B7FC-94F3-CE0A-F88844C8CC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56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103B1-980C-ED37-803F-A908BBCA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6137E5-A95C-FE18-29B6-D7CD85D5D1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36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203B-F158-0410-AB36-3C9997211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D99DDD-26A0-6D4A-5871-1A8446F5C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531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DB76-2401-56CE-62AE-695525904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98E1649-1099-3D6A-2C6A-695320732D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32125" y="3276599"/>
            <a:ext cx="3216275" cy="321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07D1EFE-548F-B902-909C-9136B502B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31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9337C-0D25-FE78-440D-8765430E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F873E0-631D-002D-DE39-773124B25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22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8F46-60D2-BDAD-EE75-593E5BF57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79C2A9-4EA1-427E-076F-F86939EFA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597" y="0"/>
            <a:ext cx="122845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51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F10A7-A6D4-E11A-3077-B6FD2934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371812-A310-89BB-5989-41E4ACDC7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78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D74EB-0341-DBFD-DB0E-C0A15D58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5E841B-01D9-75CE-EBC7-9549566B5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36"/>
            <a:ext cx="12192000" cy="686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87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DFA2-F77B-B9BB-031B-1B900CBAE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17789C-4DB7-8006-A198-2792A2B9C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068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9D909-5518-797C-D0F5-5A7782C8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6CC5E7-EA21-F389-185E-A8611DECF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705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E40D-6CCD-9E4A-BCE4-B1AF18DF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E157B9-950B-5630-3F8D-AEB9A7C10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062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574B7-CD5D-7461-73DF-1CFB34A4F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854520-2FFC-8975-A17E-AD530D6874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EB8CB2-4FAB-8CAA-033B-9404927AA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22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D6DB-9C06-81FC-150C-8A469135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7146D8-F9D9-3A15-CF70-69F259A5D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36871"/>
            <a:ext cx="12191999" cy="69317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4713AF-1081-458F-96C6-C88C11CA2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4" y="452437"/>
            <a:ext cx="5876925" cy="47148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B04993-B318-E25A-23B8-1A4BF8D74FF2}"/>
              </a:ext>
            </a:extLst>
          </p:cNvPr>
          <p:cNvSpPr/>
          <p:nvPr/>
        </p:nvSpPr>
        <p:spPr>
          <a:xfrm>
            <a:off x="157562" y="1938289"/>
            <a:ext cx="6990244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9600" b="1" dirty="0">
                <a:ln/>
                <a:solidFill>
                  <a:schemeClr val="accent6">
                    <a:lumMod val="50000"/>
                  </a:schemeClr>
                </a:solidFill>
              </a:rPr>
              <a:t>Thank You</a:t>
            </a:r>
            <a:endParaRPr lang="en-US" sz="9600" b="1" cap="none" spc="0" dirty="0">
              <a:ln/>
              <a:solidFill>
                <a:schemeClr val="accent6">
                  <a:lumMod val="5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53426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33</Words>
  <Application>Microsoft Office PowerPoint</Application>
  <PresentationFormat>Widescreen</PresentationFormat>
  <Paragraphs>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Akansha Shukla</dc:creator>
  <cp:lastModifiedBy>Raksha Agrawal</cp:lastModifiedBy>
  <cp:revision>2</cp:revision>
  <dcterms:created xsi:type="dcterms:W3CDTF">2026-03-03T18:30:29Z</dcterms:created>
  <dcterms:modified xsi:type="dcterms:W3CDTF">2026-03-08T21:15:13Z</dcterms:modified>
</cp:coreProperties>
</file>